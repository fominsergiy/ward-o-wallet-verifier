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ard-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4648" y="128016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38328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spc="-2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WARD-o</a:t>
            </a:r>
            <a:endParaRPr lang="en-US" sz="8800" dirty="0"/>
          </a:p>
        </p:txBody>
      </p:sp>
      <p:sp>
        <p:nvSpPr>
          <p:cNvPr id="4" name="Text 1"/>
          <p:cNvSpPr/>
          <p:nvPr/>
        </p:nvSpPr>
        <p:spPr>
          <a:xfrm>
            <a:off x="0" y="452628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8A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ward for your agent’s wallet.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0" y="640080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8A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Sergiy Fomin  ·  Hackathon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ard-o-logo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1475720" y="6172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A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146304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b="1" spc="-1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Agents are starting to spend money.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731520" y="420624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8A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They have no cheap way to tell if a wallet is safe to pay.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731520" y="3931920"/>
            <a:ext cx="109728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ard-o-logo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1475720" y="6172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A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11887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Letting the agent figure it out itself is expensive.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3291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63040" y="3291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Tokens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0" y="32918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Scraping the web for signal.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4069080"/>
            <a:ext cx="10698480" cy="0"/>
          </a:xfrm>
          <a:prstGeom prst="line">
            <a:avLst/>
          </a:prstGeom>
          <a:noFill/>
          <a:ln w="12700">
            <a:solidFill>
              <a:srgbClr val="D9D5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63040" y="4206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Latency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4572000" y="42062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Stalls the user-facing task.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31520" y="4983480"/>
            <a:ext cx="10698480" cy="0"/>
          </a:xfrm>
          <a:prstGeom prst="line">
            <a:avLst/>
          </a:prstGeom>
          <a:noFill/>
          <a:ln w="12700">
            <a:solidFill>
              <a:srgbClr val="D9D5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120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463040" y="5120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Context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572000" y="51206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Crowds out the real work.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31520" y="5897880"/>
            <a:ext cx="10698480" cy="0"/>
          </a:xfrm>
          <a:prstGeom prst="line">
            <a:avLst/>
          </a:prstGeom>
          <a:noFill/>
          <a:ln w="12700">
            <a:solidFill>
              <a:srgbClr val="D9D5C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ard-o-logo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1475720" y="6172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A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endpoint. One structured verdict.</a:t>
            </a:r>
            <a:endParaRPr lang="en-US" sz="4400" dirty="0"/>
          </a:p>
        </p:txBody>
      </p:sp>
      <p:pic>
        <p:nvPicPr>
          <p:cNvPr id="5" name="Image 1" descr="/tmp/ward-o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2743200"/>
            <a:ext cx="1371600" cy="1371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1520" y="3246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POST /verify-agent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4892040" y="3429000"/>
            <a:ext cx="45720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Shape 4"/>
          <p:cNvSpPr/>
          <p:nvPr/>
        </p:nvSpPr>
        <p:spPr>
          <a:xfrm>
            <a:off x="6858000" y="3429000"/>
            <a:ext cx="45720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Text 5"/>
          <p:cNvSpPr/>
          <p:nvPr/>
        </p:nvSpPr>
        <p:spPr>
          <a:xfrm>
            <a:off x="7406640" y="3246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verdict: safe | risk_flag | insufficient_data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371600" y="521208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8A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Sanctions · labels · on-chain history · contracts · web sentiment.</a:t>
            </a:r>
            <a:endParaRPr lang="en-US" sz="18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8A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Returns in seconds. Costs cents.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ard-o-logo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1475720" y="6172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A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10972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curated list. No human in the loop.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99516" y="2926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99516" y="32461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Discover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99516" y="397764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 risk providers live via the x402 protocol.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402836" y="2926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402836" y="32461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Rank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402836" y="397764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Score them on quality and price every run.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106156" y="2926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06156" y="32461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Pay-per-call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106156" y="397764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USDC micropayment. Services compete economically.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31520" y="5852160"/>
            <a:ext cx="109728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Etherscan-style services are human-curated and static. WARD-o re-discovers and re-ranks on every call.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ward-o-logo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11475720" y="6172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8A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0" y="22860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-200" kern="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Watch it work.</a:t>
            </a:r>
            <a:endParaRPr lang="en-US" sz="6400" dirty="0"/>
          </a:p>
        </p:txBody>
      </p:sp>
      <p:pic>
        <p:nvPicPr>
          <p:cNvPr id="5" name="Image 1" descr="/tmp/ward-o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3657600"/>
            <a:ext cx="1371600" cy="1371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0" y="53949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8A88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 live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2026-05-22T23:13:23Z</dcterms:created>
  <dcterms:modified xsi:type="dcterms:W3CDTF">2026-05-22T23:13:23Z</dcterms:modified>
</cp:coreProperties>
</file>